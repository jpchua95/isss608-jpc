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4660"/>
  </p:normalViewPr>
  <p:slideViewPr>
    <p:cSldViewPr snapToGrid="0">
      <p:cViewPr varScale="1">
        <p:scale>
          <a:sx n="56" d="100"/>
          <a:sy n="56" d="100"/>
        </p:scale>
        <p:origin x="1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7382B-A1FA-EE76-2417-C03FEBAB3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7A285-29C3-5A84-7D6E-B47F68615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DDB46-CA6B-B05E-12E4-95F42671F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1C28C-0F49-4659-999C-1A61F7E645E6}" type="datetimeFigureOut">
              <a:rPr lang="en-SG" smtClean="0"/>
              <a:t>30/3/2025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E251D-520D-20DE-B343-26988025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B3C40-DBBF-8742-58B6-086E87FD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D7BCA-A4E2-46DA-BB58-623E3C2FEF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72364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DD8C-84F3-88CF-D38E-E9A6BDB03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A9ED1-12A2-2AE2-1CC2-BC2BC3110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2649F-98D8-4E9A-BEE4-51D14DF5E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1C28C-0F49-4659-999C-1A61F7E645E6}" type="datetimeFigureOut">
              <a:rPr lang="en-SG" smtClean="0"/>
              <a:t>30/3/2025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16791-EE6D-D54B-7EBD-352C4CF72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46417-CB14-4957-0B34-E35A5C6F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D7BCA-A4E2-46DA-BB58-623E3C2FEF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0228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70A7-8AB3-5653-C14B-CBCA710D0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CDEE1-33DA-A25E-4C55-9DB5A4E35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22D93-A307-4B76-516F-A4A78344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1C28C-0F49-4659-999C-1A61F7E645E6}" type="datetimeFigureOut">
              <a:rPr lang="en-SG" smtClean="0"/>
              <a:t>30/3/2025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B6F4D-02CA-F0DE-C8CA-66485AA6C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0DFE5-6199-A210-B4CB-4EA8B22FF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D7BCA-A4E2-46DA-BB58-623E3C2FEF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454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47329-1A14-7E6B-CED7-159B75720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5D1C-97B2-C978-3D36-725DFCBE3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EB059-5C8C-73B0-9432-E851A257D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434BE-3E14-2385-7398-5C6D2181A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1C28C-0F49-4659-999C-1A61F7E645E6}" type="datetimeFigureOut">
              <a:rPr lang="en-SG" smtClean="0"/>
              <a:t>30/3/2025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8305B-0552-51D8-EBCF-A99F2210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934F3-4DB3-7CF7-726D-BDAE5987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D7BCA-A4E2-46DA-BB58-623E3C2FEF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370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C085-CFC9-959F-1002-4973783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42D3D-9E7D-3000-6C4B-0F1822803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1EC14-C261-953D-1CB8-F9567F0A2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BD8A37-6D65-904A-C79D-6EEEA2716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D2A9D-F7C3-22FB-1E72-26B51BB67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404FC7-C7DC-3762-CD8E-067982E60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1C28C-0F49-4659-999C-1A61F7E645E6}" type="datetimeFigureOut">
              <a:rPr lang="en-SG" smtClean="0"/>
              <a:t>30/3/2025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31AFE-461C-5637-F0F5-14692620B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BFB4C1-EA49-1568-BAE6-43D3E0712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D7BCA-A4E2-46DA-BB58-623E3C2FEF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6133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B9C5-7D4A-2724-8DAD-9F241977D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15E206-8269-C2F0-95A8-3C5906B1A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1C28C-0F49-4659-999C-1A61F7E645E6}" type="datetimeFigureOut">
              <a:rPr lang="en-SG" smtClean="0"/>
              <a:t>30/3/2025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E8AB7-1CDA-0A80-2422-40F865E7B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72ED0-914C-1E54-4FDD-51B81D45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D7BCA-A4E2-46DA-BB58-623E3C2FEF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77209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D63BD-BB7C-9E1F-72BD-07C0E799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1C28C-0F49-4659-999C-1A61F7E645E6}" type="datetimeFigureOut">
              <a:rPr lang="en-SG" smtClean="0"/>
              <a:t>30/3/2025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6C96D7-2A93-2786-F61A-FCD763DA8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2D174-45DE-05A4-F150-BED73F29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D7BCA-A4E2-46DA-BB58-623E3C2FEF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70730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D075-C235-68A6-C1D9-08D54828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4B9AB-903D-5DF6-2C66-8FBDBB06F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15963-4D58-1D7A-59E8-68AA71B44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F38B5-BD95-4913-6BEA-FF9E84C96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1C28C-0F49-4659-999C-1A61F7E645E6}" type="datetimeFigureOut">
              <a:rPr lang="en-SG" smtClean="0"/>
              <a:t>30/3/2025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69509-E5C2-B826-AFE5-16FD0D68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7941C-C15D-EC46-DAF4-4EBB233D5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D7BCA-A4E2-46DA-BB58-623E3C2FEF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9306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2AE48-350C-FB79-3EEC-67C562636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AD454-4143-DF46-CCB3-BF4224CCDE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24FC4-AD51-87F9-237D-D449BDFFF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7C8ED-402F-AA33-3E47-3C3B1ACB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1C28C-0F49-4659-999C-1A61F7E645E6}" type="datetimeFigureOut">
              <a:rPr lang="en-SG" smtClean="0"/>
              <a:t>30/3/2025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3D735-1665-808E-C68E-4264199F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137C5-8189-44F2-BBC2-D1A2FFB5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D7BCA-A4E2-46DA-BB58-623E3C2FEF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3058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06254-652E-976F-ACBE-2BC702116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24D56-5572-80C4-C261-6CF873EF8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B9C1E-D93B-9717-D341-E28F57772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1C28C-0F49-4659-999C-1A61F7E645E6}" type="datetimeFigureOut">
              <a:rPr lang="en-SG" smtClean="0"/>
              <a:t>30/3/2025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46329-64DD-13F1-F164-EC647AD5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3EF5C-EE0E-DFCA-8AA1-F9DF1F808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D7BCA-A4E2-46DA-BB58-623E3C2FEF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6693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8656FD-92E4-32C7-CB94-22CBDB860A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57A62-34F3-1351-7692-5898428EC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D006E-9A1B-0160-2C4F-24440858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1C28C-0F49-4659-999C-1A61F7E645E6}" type="datetimeFigureOut">
              <a:rPr lang="en-SG" smtClean="0"/>
              <a:t>30/3/2025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21EC1-E4F1-BCE3-637B-871F02631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D5805-6856-2031-C3C9-0CC9F885A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D7BCA-A4E2-46DA-BB58-623E3C2FEF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7626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2EBCA-9F63-ACC7-06D6-1AF9C8A18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52DD1-80A9-EC9A-0C72-ED77B93DC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830EC-4CA2-747C-06AC-8A8951A38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D1C28C-0F49-4659-999C-1A61F7E645E6}" type="datetimeFigureOut">
              <a:rPr lang="en-SG" smtClean="0"/>
              <a:t>30/3/2025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C2E2B-2897-65E0-4C7B-C52B7A82B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8D49F-6DFB-4C85-A5D4-A18634AF4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D7BCA-A4E2-46DA-BB58-623E3C2FEF0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95421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F8DEA5-2011-2B46-7B02-A24DC4964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29" y="623496"/>
            <a:ext cx="10145541" cy="5611008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1ABD7558-EE8A-295B-6C14-C5F3AD4715C3}"/>
              </a:ext>
            </a:extLst>
          </p:cNvPr>
          <p:cNvSpPr/>
          <p:nvPr/>
        </p:nvSpPr>
        <p:spPr>
          <a:xfrm flipH="1">
            <a:off x="4809507" y="1484415"/>
            <a:ext cx="2327564" cy="831273"/>
          </a:xfrm>
          <a:prstGeom prst="homePlate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Drop-down to allow users to select a variable that they wish to visualise on the map.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EBF91408-3C80-620E-DAE5-85C769F510D0}"/>
              </a:ext>
            </a:extLst>
          </p:cNvPr>
          <p:cNvSpPr/>
          <p:nvPr/>
        </p:nvSpPr>
        <p:spPr>
          <a:xfrm flipH="1">
            <a:off x="4809507" y="2315688"/>
            <a:ext cx="2327564" cy="831273"/>
          </a:xfrm>
          <a:prstGeom prst="homePlate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Drop-down to allow users to further filter the dataset to visualise the distribution of dengue cases on map.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29D41623-C128-76CF-9A6F-61CDD90A56A6}"/>
              </a:ext>
            </a:extLst>
          </p:cNvPr>
          <p:cNvSpPr/>
          <p:nvPr/>
        </p:nvSpPr>
        <p:spPr>
          <a:xfrm flipH="1">
            <a:off x="4809507" y="3429000"/>
            <a:ext cx="2327564" cy="831273"/>
          </a:xfrm>
          <a:prstGeom prst="homePlate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Slider option to allow users to select year and week range.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CED4F559-293A-4822-819E-4CB79FE74B05}"/>
              </a:ext>
            </a:extLst>
          </p:cNvPr>
          <p:cNvSpPr/>
          <p:nvPr/>
        </p:nvSpPr>
        <p:spPr>
          <a:xfrm>
            <a:off x="7184091" y="3981450"/>
            <a:ext cx="1968829" cy="831273"/>
          </a:xfrm>
          <a:prstGeom prst="homePlate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Map area to reflect the distribution of dengue cases across Taiwan.</a:t>
            </a:r>
          </a:p>
        </p:txBody>
      </p:sp>
    </p:spTree>
    <p:extLst>
      <p:ext uri="{BB962C8B-B14F-4D97-AF65-F5344CB8AC3E}">
        <p14:creationId xmlns:p14="http://schemas.microsoft.com/office/powerpoint/2010/main" val="300902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6DF1CA-F808-7B46-C37E-87FEFD353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940" y="742575"/>
            <a:ext cx="10174120" cy="5372850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B7C7AC1E-E63A-4936-F78A-686E8DF40522}"/>
              </a:ext>
            </a:extLst>
          </p:cNvPr>
          <p:cNvSpPr/>
          <p:nvPr/>
        </p:nvSpPr>
        <p:spPr>
          <a:xfrm flipH="1">
            <a:off x="4775217" y="1713015"/>
            <a:ext cx="2327564" cy="831273"/>
          </a:xfrm>
          <a:prstGeom prst="homePlate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Drop-down to allow users to select a variable that they wish to visualise on the map.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AD61417C-A6E6-AEA5-D87B-36D02EA6353C}"/>
              </a:ext>
            </a:extLst>
          </p:cNvPr>
          <p:cNvSpPr/>
          <p:nvPr/>
        </p:nvSpPr>
        <p:spPr>
          <a:xfrm flipH="1">
            <a:off x="4775217" y="2544288"/>
            <a:ext cx="2327564" cy="831273"/>
          </a:xfrm>
          <a:prstGeom prst="homePlate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Drop-down to allow users to select the chart type they wish to visualise.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F5444BF2-79D2-9AEC-DCFF-13C9B62526B0}"/>
              </a:ext>
            </a:extLst>
          </p:cNvPr>
          <p:cNvSpPr/>
          <p:nvPr/>
        </p:nvSpPr>
        <p:spPr>
          <a:xfrm>
            <a:off x="4686301" y="4107180"/>
            <a:ext cx="2866420" cy="831273"/>
          </a:xfrm>
          <a:prstGeom prst="homePlate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Chart will reflect the distribution of dengue cases across years. </a:t>
            </a:r>
          </a:p>
          <a:p>
            <a:pPr algn="ctr"/>
            <a:r>
              <a:rPr lang="en-SG" sz="1200" dirty="0"/>
              <a:t>Data will be aggregated based on the selected variable.</a:t>
            </a:r>
          </a:p>
        </p:txBody>
      </p:sp>
    </p:spTree>
    <p:extLst>
      <p:ext uri="{BB962C8B-B14F-4D97-AF65-F5344CB8AC3E}">
        <p14:creationId xmlns:p14="http://schemas.microsoft.com/office/powerpoint/2010/main" val="2861263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C4A37D-9813-B1DB-28F6-D0175E34E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08" y="575864"/>
            <a:ext cx="10088383" cy="5706271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718749A2-C8E2-5BD0-FA5E-BC5FF9A0FEDE}"/>
              </a:ext>
            </a:extLst>
          </p:cNvPr>
          <p:cNvSpPr/>
          <p:nvPr/>
        </p:nvSpPr>
        <p:spPr>
          <a:xfrm flipH="1">
            <a:off x="6912627" y="1735875"/>
            <a:ext cx="1808463" cy="1487385"/>
          </a:xfrm>
          <a:prstGeom prst="homePlate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Drop-down selections to allow users to select the variables that they wish for the Chi-square test.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CFA5CD29-DF1B-B597-40D7-B5F088EDECA1}"/>
              </a:ext>
            </a:extLst>
          </p:cNvPr>
          <p:cNvSpPr/>
          <p:nvPr/>
        </p:nvSpPr>
        <p:spPr>
          <a:xfrm flipH="1">
            <a:off x="6687836" y="3429000"/>
            <a:ext cx="2033254" cy="735330"/>
          </a:xfrm>
          <a:prstGeom prst="homePlate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Results from Chi-square test.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80AB455E-6C26-3445-9CEA-63F87C2BCCBA}"/>
              </a:ext>
            </a:extLst>
          </p:cNvPr>
          <p:cNvSpPr/>
          <p:nvPr/>
        </p:nvSpPr>
        <p:spPr>
          <a:xfrm flipH="1">
            <a:off x="6010300" y="4592955"/>
            <a:ext cx="2710790" cy="1299210"/>
          </a:xfrm>
          <a:prstGeom prst="homePlate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/>
              <a:t>Chart area for CDA results.</a:t>
            </a:r>
          </a:p>
        </p:txBody>
      </p:sp>
    </p:spTree>
    <p:extLst>
      <p:ext uri="{BB962C8B-B14F-4D97-AF65-F5344CB8AC3E}">
        <p14:creationId xmlns:p14="http://schemas.microsoft.com/office/powerpoint/2010/main" val="2631428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140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CHUA Jia Peng</dc:creator>
  <cp:lastModifiedBy>CHUA Jia Peng</cp:lastModifiedBy>
  <cp:revision>1</cp:revision>
  <dcterms:created xsi:type="dcterms:W3CDTF">2025-03-30T10:11:44Z</dcterms:created>
  <dcterms:modified xsi:type="dcterms:W3CDTF">2025-03-30T10:22:31Z</dcterms:modified>
</cp:coreProperties>
</file>